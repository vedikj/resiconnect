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2" d="100"/>
          <a:sy n="92" d="100"/>
        </p:scale>
        <p:origin x="307" y="-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0267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D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66360" y="1097280"/>
            <a:ext cx="1828800" cy="1828800"/>
          </a:xfrm>
          <a:prstGeom prst="ellipse">
            <a:avLst/>
          </a:prstGeom>
          <a:solidFill>
            <a:srgbClr val="1E40AF">
              <a:alpha val="40000"/>
            </a:srgbClr>
          </a:solidFill>
          <a:ln w="25400">
            <a:solidFill>
              <a:srgbClr val="1E40A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66360" y="10972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FFFFFF"/>
                </a:solidFill>
              </a:rPr>
              <a:t>⬡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ResiConnect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37490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System Flowchart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42519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 ·  Admin  ·  Member  ·  Security  ·  QR &amp; State Machine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0" y="5074920"/>
            <a:ext cx="1554480" cy="384048"/>
          </a:xfrm>
          <a:prstGeom prst="roundRect">
            <a:avLst>
              <a:gd name="adj" fmla="val 23810"/>
            </a:avLst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50749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94960" y="5074920"/>
            <a:ext cx="1554480" cy="384048"/>
          </a:xfrm>
          <a:prstGeom prst="roundRect">
            <a:avLst>
              <a:gd name="adj" fmla="val 23810"/>
            </a:avLst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94960" y="50749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0" y="5074920"/>
            <a:ext cx="1554480" cy="384048"/>
          </a:xfrm>
          <a:prstGeom prst="roundRect">
            <a:avLst>
              <a:gd name="adj" fmla="val 23810"/>
            </a:avLst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0" y="50749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6748272"/>
            <a:ext cx="12161520" cy="10972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0F2D5E"/>
          </a:solidFill>
          <a:ln w="12700">
            <a:solidFill>
              <a:srgbClr val="0F2D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Authentication Flow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60520" y="685800"/>
            <a:ext cx="2011680" cy="457200"/>
          </a:xfrm>
          <a:prstGeom prst="ellipse">
            <a:avLst/>
          </a:prstGeom>
          <a:solidFill>
            <a:srgbClr val="111827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60520" y="685800"/>
            <a:ext cx="20116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/ Visit '/'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60520" y="1417320"/>
            <a:ext cx="2011680" cy="457200"/>
          </a:xfrm>
          <a:prstGeom prst="diamond">
            <a:avLst/>
          </a:prstGeom>
          <a:solidFill>
            <a:srgbClr val="92400E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60520" y="1417320"/>
            <a:ext cx="20116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active?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60520" y="2331720"/>
            <a:ext cx="2011680" cy="457200"/>
          </a:xfrm>
          <a:prstGeom prst="rect">
            <a:avLst/>
          </a:prstGeom>
          <a:solidFill>
            <a:srgbClr val="1E40A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60520" y="2331720"/>
            <a:ext cx="20116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Page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/login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60520" y="3063240"/>
            <a:ext cx="2011680" cy="457200"/>
          </a:xfrm>
          <a:prstGeom prst="rect">
            <a:avLst/>
          </a:prstGeom>
          <a:solidFill>
            <a:srgbClr val="1E40A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60520" y="3063240"/>
            <a:ext cx="20116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Credentials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/login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60520" y="3794760"/>
            <a:ext cx="2011680" cy="457200"/>
          </a:xfrm>
          <a:prstGeom prst="diamond">
            <a:avLst/>
          </a:prstGeom>
          <a:solidFill>
            <a:srgbClr val="92400E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60520" y="3794760"/>
            <a:ext cx="20116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found &amp; active?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60520" y="4617720"/>
            <a:ext cx="2011680" cy="457200"/>
          </a:xfrm>
          <a:prstGeom prst="rect">
            <a:avLst/>
          </a:prstGeom>
          <a:solidFill>
            <a:srgbClr val="64748B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60520" y="4617720"/>
            <a:ext cx="20116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Password Hash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60520" y="5349240"/>
            <a:ext cx="2011680" cy="457200"/>
          </a:xfrm>
          <a:prstGeom prst="diamond">
            <a:avLst/>
          </a:prstGeom>
          <a:solidFill>
            <a:srgbClr val="92400E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60520" y="5349240"/>
            <a:ext cx="20116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matches?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60520" y="6080760"/>
            <a:ext cx="2011680" cy="457200"/>
          </a:xfrm>
          <a:prstGeom prst="rect">
            <a:avLst/>
          </a:prstGeom>
          <a:solidFill>
            <a:srgbClr val="065F46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60520" y="6080760"/>
            <a:ext cx="20116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Session + Log LOGIN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166360" y="1143000"/>
            <a:ext cx="0" cy="502920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166360" y="1645920"/>
            <a:ext cx="0" cy="228600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166360" y="1874520"/>
            <a:ext cx="0" cy="914400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166360" y="2788920"/>
            <a:ext cx="0" cy="502920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166360" y="3291840"/>
            <a:ext cx="0" cy="960120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166360" y="4251960"/>
            <a:ext cx="0" cy="640080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166360" y="4892040"/>
            <a:ext cx="0" cy="731520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172200" y="1645920"/>
            <a:ext cx="1371600" cy="0"/>
          </a:xfrm>
          <a:prstGeom prst="line">
            <a:avLst/>
          </a:prstGeom>
          <a:noFill/>
          <a:ln w="22860">
            <a:solidFill>
              <a:srgbClr val="065F46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543800" y="1417320"/>
            <a:ext cx="1645920" cy="457200"/>
          </a:xfrm>
          <a:prstGeom prst="rect">
            <a:avLst/>
          </a:prstGeom>
          <a:solidFill>
            <a:srgbClr val="065F46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543800" y="1417320"/>
            <a:ext cx="16459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/dashboard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55080" y="14813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657600" y="1828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172200" y="4023360"/>
            <a:ext cx="1645920" cy="0"/>
          </a:xfrm>
          <a:prstGeom prst="line">
            <a:avLst/>
          </a:prstGeom>
          <a:noFill/>
          <a:ln w="22860">
            <a:solidFill>
              <a:srgbClr val="991B1B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818120" y="3794760"/>
            <a:ext cx="1645920" cy="457200"/>
          </a:xfrm>
          <a:prstGeom prst="rect">
            <a:avLst/>
          </a:prstGeom>
          <a:solidFill>
            <a:srgbClr val="991B1B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818120" y="3794760"/>
            <a:ext cx="16459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Error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creds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55080" y="385876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FOUND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657600" y="437083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72200" y="5577840"/>
            <a:ext cx="1645920" cy="0"/>
          </a:xfrm>
          <a:prstGeom prst="line">
            <a:avLst/>
          </a:prstGeom>
          <a:noFill/>
          <a:ln w="22860">
            <a:solidFill>
              <a:srgbClr val="991B1B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7818120" y="5349240"/>
            <a:ext cx="1645920" cy="457200"/>
          </a:xfrm>
          <a:prstGeom prst="rect">
            <a:avLst/>
          </a:prstGeom>
          <a:solidFill>
            <a:srgbClr val="991B1B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818120" y="5349240"/>
            <a:ext cx="16459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Error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reload login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355080" y="541324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MATCH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657600" y="557784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160520" y="6446520"/>
            <a:ext cx="2011680" cy="384048"/>
          </a:xfrm>
          <a:prstGeom prst="rect">
            <a:avLst/>
          </a:prstGeom>
          <a:solidFill>
            <a:srgbClr val="0F2D5E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160520" y="6446520"/>
            <a:ext cx="201168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Redirect → Admin / Member / Security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166360" y="6537960"/>
            <a:ext cx="0" cy="0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0F2D5E"/>
          </a:solidFill>
          <a:ln w="12700">
            <a:solidFill>
              <a:srgbClr val="0F2D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Admin Workflow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1828800" cy="438912"/>
          </a:xfrm>
          <a:prstGeom prst="ellipse">
            <a:avLst/>
          </a:prstGeom>
          <a:solidFill>
            <a:srgbClr val="0F2D5E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640080"/>
            <a:ext cx="18288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Logs 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188720" y="1078992"/>
            <a:ext cx="0" cy="256032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74320" y="1335024"/>
            <a:ext cx="1828800" cy="457200"/>
          </a:xfrm>
          <a:prstGeom prst="rect">
            <a:avLst/>
          </a:prstGeom>
          <a:solidFill>
            <a:srgbClr val="1E40A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335024"/>
            <a:ext cx="18288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/admin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2880" y="2286000"/>
            <a:ext cx="2651760" cy="420624"/>
          </a:xfrm>
          <a:prstGeom prst="rect">
            <a:avLst/>
          </a:prstGeom>
          <a:solidFill>
            <a:srgbClr val="64748B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82880" y="2286000"/>
            <a:ext cx="265176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Stats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members, passes today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188720" y="1792224"/>
            <a:ext cx="320040" cy="493776"/>
          </a:xfrm>
          <a:prstGeom prst="line">
            <a:avLst/>
          </a:prstGeom>
          <a:noFill/>
          <a:ln w="1778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82880" y="2798064"/>
            <a:ext cx="2651760" cy="475488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82880" y="2798064"/>
            <a:ext cx="265176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Users (active)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508760" y="2706624"/>
            <a:ext cx="0" cy="91440"/>
          </a:xfrm>
          <a:prstGeom prst="line">
            <a:avLst/>
          </a:prstGeom>
          <a:noFill/>
          <a:ln w="2286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82880" y="3392424"/>
            <a:ext cx="2651760" cy="475488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82880" y="3392424"/>
            <a:ext cx="265176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Passes today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508760" y="3273552"/>
            <a:ext cx="0" cy="118872"/>
          </a:xfrm>
          <a:prstGeom prst="line">
            <a:avLst/>
          </a:prstGeom>
          <a:noFill/>
          <a:ln w="2286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82880" y="3986784"/>
            <a:ext cx="2651760" cy="475488"/>
          </a:xfrm>
          <a:prstGeom prst="rect">
            <a:avLst/>
          </a:prstGeom>
          <a:solidFill>
            <a:srgbClr val="64748B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82880" y="3986784"/>
            <a:ext cx="265176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dashboard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508760" y="3867912"/>
            <a:ext cx="0" cy="118872"/>
          </a:xfrm>
          <a:prstGeom prst="line">
            <a:avLst/>
          </a:prstGeom>
          <a:noFill/>
          <a:ln w="2286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108960" y="2286000"/>
            <a:ext cx="2651760" cy="420624"/>
          </a:xfrm>
          <a:prstGeom prst="rect">
            <a:avLst/>
          </a:prstGeom>
          <a:solidFill>
            <a:srgbClr val="1E40A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108960" y="2286000"/>
            <a:ext cx="265176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User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/admin/add-user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188720" y="1792224"/>
            <a:ext cx="3246120" cy="493776"/>
          </a:xfrm>
          <a:prstGeom prst="line">
            <a:avLst/>
          </a:prstGeom>
          <a:noFill/>
          <a:ln w="1778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108960" y="2798064"/>
            <a:ext cx="2651760" cy="475488"/>
          </a:xfrm>
          <a:prstGeom prst="diamond">
            <a:avLst/>
          </a:prstGeom>
          <a:solidFill>
            <a:srgbClr val="92400E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108960" y="2798064"/>
            <a:ext cx="265176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unique?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434840" y="2706624"/>
            <a:ext cx="0" cy="91440"/>
          </a:xfrm>
          <a:prstGeom prst="line">
            <a:avLst/>
          </a:prstGeom>
          <a:noFill/>
          <a:ln w="2286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108960" y="3392424"/>
            <a:ext cx="2651760" cy="475488"/>
          </a:xfrm>
          <a:prstGeom prst="rect">
            <a:avLst/>
          </a:prstGeom>
          <a:solidFill>
            <a:srgbClr val="1E40A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108960" y="3392424"/>
            <a:ext cx="265176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Password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434840" y="3273552"/>
            <a:ext cx="0" cy="118872"/>
          </a:xfrm>
          <a:prstGeom prst="line">
            <a:avLst/>
          </a:prstGeom>
          <a:noFill/>
          <a:ln w="2286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3108960" y="3986784"/>
            <a:ext cx="2651760" cy="475488"/>
          </a:xfrm>
          <a:prstGeom prst="rect">
            <a:avLst/>
          </a:prstGeom>
          <a:solidFill>
            <a:srgbClr val="065F46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108960" y="3986784"/>
            <a:ext cx="265176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User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434840" y="3867912"/>
            <a:ext cx="0" cy="118872"/>
          </a:xfrm>
          <a:prstGeom prst="line">
            <a:avLst/>
          </a:prstGeom>
          <a:noFill/>
          <a:ln w="2286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3108960" y="4581144"/>
            <a:ext cx="2651760" cy="475488"/>
          </a:xfrm>
          <a:prstGeom prst="rect">
            <a:avLst/>
          </a:prstGeom>
          <a:solidFill>
            <a:srgbClr val="64748B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108960" y="4581144"/>
            <a:ext cx="265176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ADD_USER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434840" y="4462272"/>
            <a:ext cx="0" cy="118872"/>
          </a:xfrm>
          <a:prstGeom prst="line">
            <a:avLst/>
          </a:prstGeom>
          <a:noFill/>
          <a:ln w="2286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035040" y="2286000"/>
            <a:ext cx="2651760" cy="420624"/>
          </a:xfrm>
          <a:prstGeom prst="rect">
            <a:avLst/>
          </a:prstGeom>
          <a:solidFill>
            <a:srgbClr val="4C1D95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035040" y="2286000"/>
            <a:ext cx="265176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User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/toggle-user/uid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188720" y="1792224"/>
            <a:ext cx="6172200" cy="493776"/>
          </a:xfrm>
          <a:prstGeom prst="line">
            <a:avLst/>
          </a:prstGeom>
          <a:noFill/>
          <a:ln w="1778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6065519" y="2857500"/>
            <a:ext cx="2651760" cy="475488"/>
          </a:xfrm>
          <a:prstGeom prst="rect">
            <a:avLst/>
          </a:prstGeom>
          <a:solidFill>
            <a:srgbClr val="4C1D95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035040" y="2798064"/>
            <a:ext cx="265176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user by ID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360920" y="2706624"/>
            <a:ext cx="0" cy="91440"/>
          </a:xfrm>
          <a:prstGeom prst="line">
            <a:avLst/>
          </a:prstGeom>
          <a:noFill/>
          <a:ln w="2286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6035040" y="3392424"/>
            <a:ext cx="2651760" cy="475488"/>
          </a:xfrm>
          <a:prstGeom prst="rect">
            <a:avLst/>
          </a:prstGeom>
          <a:solidFill>
            <a:srgbClr val="4C1D95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035040" y="3392424"/>
            <a:ext cx="265176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is_active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360920" y="3273552"/>
            <a:ext cx="0" cy="118872"/>
          </a:xfrm>
          <a:prstGeom prst="line">
            <a:avLst/>
          </a:prstGeom>
          <a:noFill/>
          <a:ln w="2286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6035040" y="3986784"/>
            <a:ext cx="2651760" cy="475488"/>
          </a:xfrm>
          <a:prstGeom prst="rect">
            <a:avLst/>
          </a:prstGeom>
          <a:solidFill>
            <a:srgbClr val="64748B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035040" y="3986784"/>
            <a:ext cx="265176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db.commit()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360920" y="3867912"/>
            <a:ext cx="0" cy="118872"/>
          </a:xfrm>
          <a:prstGeom prst="line">
            <a:avLst/>
          </a:prstGeom>
          <a:noFill/>
          <a:ln w="2286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6035040" y="4581144"/>
            <a:ext cx="2651760" cy="475488"/>
          </a:xfrm>
          <a:prstGeom prst="rect">
            <a:avLst/>
          </a:prstGeom>
          <a:solidFill>
            <a:srgbClr val="065F46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035040" y="4581144"/>
            <a:ext cx="265176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+ redirect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360920" y="4462272"/>
            <a:ext cx="0" cy="118872"/>
          </a:xfrm>
          <a:prstGeom prst="line">
            <a:avLst/>
          </a:prstGeom>
          <a:noFill/>
          <a:ln w="2286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8961120" y="2286000"/>
            <a:ext cx="2651760" cy="420624"/>
          </a:xfrm>
          <a:prstGeom prst="rect">
            <a:avLst/>
          </a:prstGeom>
          <a:solidFill>
            <a:srgbClr val="0D6E6E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8961120" y="2286000"/>
            <a:ext cx="265176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Passes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/admin/all-passes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1188720" y="1792224"/>
            <a:ext cx="9098280" cy="493776"/>
          </a:xfrm>
          <a:prstGeom prst="line">
            <a:avLst/>
          </a:prstGeom>
          <a:noFill/>
          <a:ln w="1778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8961120" y="2798064"/>
            <a:ext cx="2651760" cy="475488"/>
          </a:xfrm>
          <a:prstGeom prst="rect">
            <a:avLst/>
          </a:prstGeom>
          <a:solidFill>
            <a:srgbClr val="0D6E6E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8961120" y="2798064"/>
            <a:ext cx="265176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all GuestPasses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 created DESC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10287000" y="2706624"/>
            <a:ext cx="0" cy="91440"/>
          </a:xfrm>
          <a:prstGeom prst="line">
            <a:avLst/>
          </a:prstGeom>
          <a:noFill/>
          <a:ln w="2286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8961120" y="3392424"/>
            <a:ext cx="2651760" cy="475488"/>
          </a:xfrm>
          <a:prstGeom prst="rect">
            <a:avLst/>
          </a:prstGeom>
          <a:solidFill>
            <a:srgbClr val="0D6E6E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8961120" y="3392424"/>
            <a:ext cx="265176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table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JS client-side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10287000" y="3273552"/>
            <a:ext cx="0" cy="118872"/>
          </a:xfrm>
          <a:prstGeom prst="line">
            <a:avLst/>
          </a:prstGeom>
          <a:noFill/>
          <a:ln w="2286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 flipV="1">
            <a:off x="5760720" y="1529542"/>
            <a:ext cx="335277" cy="1506266"/>
          </a:xfrm>
          <a:prstGeom prst="line">
            <a:avLst/>
          </a:prstGeom>
          <a:noFill/>
          <a:ln w="19050">
            <a:solidFill>
              <a:srgbClr val="991B1B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5806440" y="1060704"/>
            <a:ext cx="1371600" cy="457200"/>
          </a:xfrm>
          <a:prstGeom prst="rect">
            <a:avLst/>
          </a:prstGeom>
          <a:solidFill>
            <a:srgbClr val="991B1B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62" name="Text 60"/>
          <p:cNvSpPr/>
          <p:nvPr/>
        </p:nvSpPr>
        <p:spPr>
          <a:xfrm>
            <a:off x="5166360" y="660447"/>
            <a:ext cx="2377440" cy="1212827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Error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back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512033" y="1385526"/>
            <a:ext cx="553486" cy="569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0F2D5E"/>
          </a:solidFill>
          <a:ln w="12700">
            <a:solidFill>
              <a:srgbClr val="0F2D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Member Workflow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2377440" cy="420624"/>
          </a:xfrm>
          <a:prstGeom prst="ellipse">
            <a:avLst/>
          </a:prstGeom>
          <a:solidFill>
            <a:srgbClr val="0F2D5E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640080"/>
            <a:ext cx="237744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Logs 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463040" y="1060704"/>
            <a:ext cx="0" cy="256032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74320" y="1316736"/>
            <a:ext cx="2377440" cy="438912"/>
          </a:xfrm>
          <a:prstGeom prst="rect">
            <a:avLst/>
          </a:prstGeom>
          <a:solidFill>
            <a:srgbClr val="0D6E6E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316736"/>
            <a:ext cx="237744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/member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463040" y="1755648"/>
            <a:ext cx="0" cy="237744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74320" y="1993392"/>
            <a:ext cx="2377440" cy="438912"/>
          </a:xfrm>
          <a:prstGeom prst="rect">
            <a:avLst/>
          </a:prstGeom>
          <a:solidFill>
            <a:srgbClr val="64748B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1993392"/>
            <a:ext cx="237744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Last 20 Passes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member_id = user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463040" y="2432304"/>
            <a:ext cx="0" cy="237744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74320" y="2670048"/>
            <a:ext cx="2377440" cy="438912"/>
          </a:xfrm>
          <a:prstGeom prst="rect">
            <a:avLst/>
          </a:prstGeom>
          <a:solidFill>
            <a:srgbClr val="64748B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4320" y="2670048"/>
            <a:ext cx="237744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Active Passes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&amp; not expired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463040" y="3108960"/>
            <a:ext cx="0" cy="237744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74320" y="3346704"/>
            <a:ext cx="2377440" cy="438912"/>
          </a:xfrm>
          <a:prstGeom prst="rect">
            <a:avLst/>
          </a:prstGeom>
          <a:solidFill>
            <a:srgbClr val="0D6E6E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4320" y="3346704"/>
            <a:ext cx="237744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member_dashboard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0" y="640080"/>
            <a:ext cx="2377440" cy="420624"/>
          </a:xfrm>
          <a:prstGeom prst="ellipse">
            <a:avLst/>
          </a:prstGeom>
          <a:solidFill>
            <a:srgbClr val="0D6E6E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657600" y="640080"/>
            <a:ext cx="237744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New Pass Button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1060704"/>
            <a:ext cx="0" cy="256032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657600" y="1316736"/>
            <a:ext cx="2377440" cy="438912"/>
          </a:xfrm>
          <a:prstGeom prst="rect">
            <a:avLst/>
          </a:prstGeom>
          <a:solidFill>
            <a:srgbClr val="1E40A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7600" y="1316736"/>
            <a:ext cx="237744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/member/create-pass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1755648"/>
            <a:ext cx="0" cy="237744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657600" y="1993392"/>
            <a:ext cx="2377440" cy="438912"/>
          </a:xfrm>
          <a:prstGeom prst="rect">
            <a:avLst/>
          </a:prstGeom>
          <a:solidFill>
            <a:srgbClr val="64748B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657600" y="1993392"/>
            <a:ext cx="237744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Form Fields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phone, purpose, hours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2432304"/>
            <a:ext cx="0" cy="237744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657600" y="2670048"/>
            <a:ext cx="2377440" cy="438912"/>
          </a:xfrm>
          <a:prstGeom prst="rect">
            <a:avLst/>
          </a:prstGeom>
          <a:solidFill>
            <a:srgbClr val="4C1D95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0" y="2670048"/>
            <a:ext cx="237744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UUID Token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32-char hex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3108960"/>
            <a:ext cx="0" cy="237744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3657600" y="3346704"/>
            <a:ext cx="2377440" cy="438912"/>
          </a:xfrm>
          <a:prstGeom prst="rect">
            <a:avLst/>
          </a:prstGeom>
          <a:solidFill>
            <a:srgbClr val="4C1D95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657600" y="3346704"/>
            <a:ext cx="237744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valid_until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+ hours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3785616"/>
            <a:ext cx="0" cy="237744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3657600" y="4023360"/>
            <a:ext cx="2377440" cy="438912"/>
          </a:xfrm>
          <a:prstGeom prst="rect">
            <a:avLst/>
          </a:prstGeom>
          <a:solidFill>
            <a:srgbClr val="065F46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657600" y="4023360"/>
            <a:ext cx="237744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GuestPass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= 'pending'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4462272"/>
            <a:ext cx="0" cy="237744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3657600" y="4700016"/>
            <a:ext cx="2377440" cy="438912"/>
          </a:xfrm>
          <a:prstGeom prst="rect">
            <a:avLst/>
          </a:prstGeom>
          <a:solidFill>
            <a:srgbClr val="64748B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657600" y="4700016"/>
            <a:ext cx="237744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CREATE_PASS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46320" y="5138928"/>
            <a:ext cx="0" cy="237744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3657600" y="5376672"/>
            <a:ext cx="2377440" cy="438912"/>
          </a:xfrm>
          <a:prstGeom prst="rect">
            <a:avLst/>
          </a:prstGeom>
          <a:solidFill>
            <a:srgbClr val="0D6E6E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3657600" y="5376672"/>
            <a:ext cx="237744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→ view_pass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040880" y="640080"/>
            <a:ext cx="2377440" cy="420624"/>
          </a:xfrm>
          <a:prstGeom prst="ellipse">
            <a:avLst/>
          </a:prstGeom>
          <a:solidFill>
            <a:srgbClr val="0D6E6E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040880" y="640080"/>
            <a:ext cx="237744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/pass/&lt;token&gt;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Pass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229600" y="1060704"/>
            <a:ext cx="0" cy="256032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7040880" y="1316736"/>
            <a:ext cx="2377440" cy="438912"/>
          </a:xfrm>
          <a:prstGeom prst="rect">
            <a:avLst/>
          </a:prstGeom>
          <a:solidFill>
            <a:srgbClr val="64748B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7040880" y="1316736"/>
            <a:ext cx="237744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GuestPass by token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404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229600" y="1755648"/>
            <a:ext cx="0" cy="237744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7040880" y="1993392"/>
            <a:ext cx="2377440" cy="438912"/>
          </a:xfrm>
          <a:prstGeom prst="diamond">
            <a:avLst/>
          </a:prstGeom>
          <a:solidFill>
            <a:srgbClr val="92400E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7040880" y="1993392"/>
            <a:ext cx="237744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Expired?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valid_until &lt; now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9418320" y="2212848"/>
            <a:ext cx="731520" cy="0"/>
          </a:xfrm>
          <a:prstGeom prst="line">
            <a:avLst/>
          </a:prstGeom>
          <a:noFill/>
          <a:ln w="19050">
            <a:solidFill>
              <a:srgbClr val="991B1B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10149840" y="1993392"/>
            <a:ext cx="1463040" cy="438912"/>
          </a:xfrm>
          <a:prstGeom prst="rect">
            <a:avLst/>
          </a:prstGeom>
          <a:solidFill>
            <a:srgbClr val="991B1B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10149840" y="1993392"/>
            <a:ext cx="146304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= 'expired'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db.commit()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9436608" y="2048256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583680" y="237744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8229600" y="2432304"/>
            <a:ext cx="0" cy="237744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7040880" y="2670048"/>
            <a:ext cx="2377440" cy="438912"/>
          </a:xfrm>
          <a:prstGeom prst="rect">
            <a:avLst/>
          </a:prstGeom>
          <a:solidFill>
            <a:srgbClr val="1E40A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7040880" y="2670048"/>
            <a:ext cx="237744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QR Code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 PNG from scan URL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8229600" y="3108960"/>
            <a:ext cx="0" cy="237744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7040880" y="3346704"/>
            <a:ext cx="2377440" cy="438912"/>
          </a:xfrm>
          <a:prstGeom prst="rect">
            <a:avLst/>
          </a:prstGeom>
          <a:solidFill>
            <a:srgbClr val="0D6E6E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7040880" y="3346704"/>
            <a:ext cx="237744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view_pass.html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+ QR image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040880" y="4572000"/>
            <a:ext cx="2377440" cy="420624"/>
          </a:xfrm>
          <a:prstGeom prst="ellipse">
            <a:avLst/>
          </a:prstGeom>
          <a:solidFill>
            <a:srgbClr val="991B1B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7040880" y="4572000"/>
            <a:ext cx="237744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/member/revoke-pass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8229600" y="4992624"/>
            <a:ext cx="0" cy="237744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7040880" y="5230368"/>
            <a:ext cx="2377440" cy="420624"/>
          </a:xfrm>
          <a:prstGeom prst="diamond">
            <a:avLst/>
          </a:prstGeom>
          <a:solidFill>
            <a:srgbClr val="92400E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7040880" y="5230368"/>
            <a:ext cx="237744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check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member_id == session?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9418320" y="5440680"/>
            <a:ext cx="731520" cy="0"/>
          </a:xfrm>
          <a:prstGeom prst="line">
            <a:avLst/>
          </a:prstGeom>
          <a:noFill/>
          <a:ln w="19050">
            <a:solidFill>
              <a:srgbClr val="991B1B"/>
            </a:solidFill>
            <a:prstDash val="solid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10149840" y="5230368"/>
            <a:ext cx="1371600" cy="420624"/>
          </a:xfrm>
          <a:prstGeom prst="rect">
            <a:avLst/>
          </a:prstGeom>
          <a:solidFill>
            <a:srgbClr val="991B1B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10149840" y="5230368"/>
            <a:ext cx="137160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Unauthorized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9436608" y="5285232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6601968" y="557784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8229600" y="5650992"/>
            <a:ext cx="0" cy="237744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7040880" y="5888736"/>
            <a:ext cx="2377440" cy="420624"/>
          </a:xfrm>
          <a:prstGeom prst="rect">
            <a:avLst/>
          </a:prstGeom>
          <a:solidFill>
            <a:srgbClr val="991B1B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7040880" y="5888736"/>
            <a:ext cx="237744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= 'expired' → redirect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0F2D5E"/>
          </a:solidFill>
          <a:ln w="12700">
            <a:solidFill>
              <a:srgbClr val="0F2D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Security Workflow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2286000" cy="420624"/>
          </a:xfrm>
          <a:prstGeom prst="ellipse">
            <a:avLst/>
          </a:prstGeom>
          <a:solidFill>
            <a:srgbClr val="0F2D5E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640080"/>
            <a:ext cx="228600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Logs 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417320" y="1060704"/>
            <a:ext cx="0" cy="256032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74320" y="1316736"/>
            <a:ext cx="2286000" cy="438912"/>
          </a:xfrm>
          <a:prstGeom prst="rect">
            <a:avLst/>
          </a:prstGeom>
          <a:solidFill>
            <a:srgbClr val="991B1B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316736"/>
            <a:ext cx="22860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/security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Station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417320" y="1755648"/>
            <a:ext cx="0" cy="237744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74320" y="1993392"/>
            <a:ext cx="2286000" cy="438912"/>
          </a:xfrm>
          <a:prstGeom prst="rect">
            <a:avLst/>
          </a:prstGeom>
          <a:solidFill>
            <a:srgbClr val="64748B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1993392"/>
            <a:ext cx="22860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Today's Scans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this officer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417320" y="2432304"/>
            <a:ext cx="0" cy="237744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74320" y="2670048"/>
            <a:ext cx="2286000" cy="438912"/>
          </a:xfrm>
          <a:prstGeom prst="rect">
            <a:avLst/>
          </a:prstGeom>
          <a:solidFill>
            <a:srgbClr val="64748B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4320" y="2670048"/>
            <a:ext cx="22860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approved / denied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417320" y="3108960"/>
            <a:ext cx="0" cy="237744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74320" y="3346704"/>
            <a:ext cx="2286000" cy="438912"/>
          </a:xfrm>
          <a:prstGeom prst="rect">
            <a:avLst/>
          </a:prstGeom>
          <a:solidFill>
            <a:srgbClr val="991B1B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4320" y="3346704"/>
            <a:ext cx="22860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security_dashboard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4206240"/>
            <a:ext cx="1005840" cy="402336"/>
          </a:xfrm>
          <a:prstGeom prst="rect">
            <a:avLst/>
          </a:prstGeom>
          <a:solidFill>
            <a:srgbClr val="64748B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74320" y="4206240"/>
            <a:ext cx="100584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Camera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463040" y="4206240"/>
            <a:ext cx="914400" cy="402336"/>
          </a:xfrm>
          <a:prstGeom prst="rect">
            <a:avLst/>
          </a:prstGeom>
          <a:solidFill>
            <a:srgbClr val="64748B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463040" y="4206240"/>
            <a:ext cx="9144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Input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7240" y="3785616"/>
            <a:ext cx="0" cy="420624"/>
          </a:xfrm>
          <a:prstGeom prst="line">
            <a:avLst/>
          </a:prstGeom>
          <a:noFill/>
          <a:ln w="1778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920240" y="3785616"/>
            <a:ext cx="0" cy="420624"/>
          </a:xfrm>
          <a:prstGeom prst="line">
            <a:avLst/>
          </a:prstGeom>
          <a:noFill/>
          <a:ln w="1778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74320" y="4846320"/>
            <a:ext cx="2286000" cy="420624"/>
          </a:xfrm>
          <a:prstGeom prst="rect">
            <a:avLst/>
          </a:prstGeom>
          <a:solidFill>
            <a:srgbClr val="991B1B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74320" y="4846320"/>
            <a:ext cx="228600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/security/scan/&lt;token&gt;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77240" y="4608576"/>
            <a:ext cx="0" cy="237744"/>
          </a:xfrm>
          <a:prstGeom prst="line">
            <a:avLst/>
          </a:prstGeom>
          <a:noFill/>
          <a:ln w="1778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920240" y="4608576"/>
            <a:ext cx="0" cy="237744"/>
          </a:xfrm>
          <a:prstGeom prst="line">
            <a:avLst/>
          </a:prstGeom>
          <a:noFill/>
          <a:ln w="1778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657600" y="640080"/>
            <a:ext cx="2286000" cy="438912"/>
          </a:xfrm>
          <a:prstGeom prst="rect">
            <a:avLst/>
          </a:prstGeom>
          <a:solidFill>
            <a:srgbClr val="64748B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657600" y="640080"/>
            <a:ext cx="22860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token in DB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00600" y="1078992"/>
            <a:ext cx="0" cy="237744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3657600" y="1316736"/>
            <a:ext cx="2286000" cy="438912"/>
          </a:xfrm>
          <a:prstGeom prst="diamond">
            <a:avLst/>
          </a:prstGeom>
          <a:solidFill>
            <a:srgbClr val="92400E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0" y="1316736"/>
            <a:ext cx="22860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found?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943600" y="1536192"/>
            <a:ext cx="822960" cy="0"/>
          </a:xfrm>
          <a:prstGeom prst="line">
            <a:avLst/>
          </a:prstGeom>
          <a:noFill/>
          <a:ln w="19050">
            <a:solidFill>
              <a:srgbClr val="991B1B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766560" y="1316736"/>
            <a:ext cx="1645920" cy="438912"/>
          </a:xfrm>
          <a:prstGeom prst="rect">
            <a:avLst/>
          </a:prstGeom>
          <a:solidFill>
            <a:srgbClr val="991B1B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766560" y="1316736"/>
            <a:ext cx="164592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= 'invalid'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961888" y="137160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FOUND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218688" y="170078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800600" y="1755648"/>
            <a:ext cx="0" cy="237744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3657600" y="1993392"/>
            <a:ext cx="2286000" cy="438912"/>
          </a:xfrm>
          <a:prstGeom prst="diamond">
            <a:avLst/>
          </a:prstGeom>
          <a:solidFill>
            <a:srgbClr val="92400E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3657600" y="1993392"/>
            <a:ext cx="22860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Expired?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valid_until &lt; now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943600" y="2212848"/>
            <a:ext cx="822960" cy="0"/>
          </a:xfrm>
          <a:prstGeom prst="line">
            <a:avLst/>
          </a:prstGeom>
          <a:noFill/>
          <a:ln w="19050">
            <a:solidFill>
              <a:srgbClr val="991B1B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6766560" y="1993392"/>
            <a:ext cx="1645920" cy="438912"/>
          </a:xfrm>
          <a:prstGeom prst="rect">
            <a:avLst/>
          </a:prstGeom>
          <a:solidFill>
            <a:srgbClr val="991B1B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766560" y="1993392"/>
            <a:ext cx="164592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= 'expired'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DB if pending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961888" y="2048256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218688" y="23957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800600" y="2432304"/>
            <a:ext cx="0" cy="237744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3657600" y="2670048"/>
            <a:ext cx="2286000" cy="438912"/>
          </a:xfrm>
          <a:prstGeom prst="diamond">
            <a:avLst/>
          </a:prstGeom>
          <a:solidFill>
            <a:srgbClr val="92400E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3657600" y="2670048"/>
            <a:ext cx="22860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= 'approved'?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943600" y="2889504"/>
            <a:ext cx="822960" cy="0"/>
          </a:xfrm>
          <a:prstGeom prst="line">
            <a:avLst/>
          </a:prstGeom>
          <a:noFill/>
          <a:ln w="19050">
            <a:solidFill>
              <a:srgbClr val="92400E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6766560" y="2670048"/>
            <a:ext cx="1645920" cy="438912"/>
          </a:xfrm>
          <a:prstGeom prst="rect">
            <a:avLst/>
          </a:prstGeom>
          <a:solidFill>
            <a:srgbClr val="92400E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766560" y="2670048"/>
            <a:ext cx="164592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= 'already_used'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961888" y="2724912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218688" y="307238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800600" y="3108960"/>
            <a:ext cx="0" cy="237744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3657600" y="3346704"/>
            <a:ext cx="2286000" cy="438912"/>
          </a:xfrm>
          <a:prstGeom prst="diamond">
            <a:avLst/>
          </a:prstGeom>
          <a:solidFill>
            <a:srgbClr val="92400E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3657600" y="3346704"/>
            <a:ext cx="22860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denied/expired?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5943600" y="3566160"/>
            <a:ext cx="822960" cy="0"/>
          </a:xfrm>
          <a:prstGeom prst="line">
            <a:avLst/>
          </a:prstGeom>
          <a:noFill/>
          <a:ln w="19050">
            <a:solidFill>
              <a:srgbClr val="991B1B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6766560" y="3346704"/>
            <a:ext cx="1645920" cy="438912"/>
          </a:xfrm>
          <a:prstGeom prst="rect">
            <a:avLst/>
          </a:prstGeom>
          <a:solidFill>
            <a:srgbClr val="991B1B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6766560" y="3346704"/>
            <a:ext cx="164592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= status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961888" y="340156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3218688" y="374904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4800600" y="3785616"/>
            <a:ext cx="0" cy="237744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3657600" y="4023360"/>
            <a:ext cx="2286000" cy="438912"/>
          </a:xfrm>
          <a:prstGeom prst="rect">
            <a:avLst/>
          </a:prstGeom>
          <a:solidFill>
            <a:srgbClr val="065F46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3657600" y="4023360"/>
            <a:ext cx="22860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= 'valid'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Approve / Deny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800600" y="4462272"/>
            <a:ext cx="0" cy="237744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3657600" y="4700016"/>
            <a:ext cx="2286000" cy="438912"/>
          </a:xfrm>
          <a:prstGeom prst="rect">
            <a:avLst/>
          </a:prstGeom>
          <a:solidFill>
            <a:srgbClr val="991B1B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3657600" y="4700016"/>
            <a:ext cx="22860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/security/action/&lt;token&gt;/&lt;act&gt;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4800600" y="5138928"/>
            <a:ext cx="0" cy="237744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3657600" y="5376672"/>
            <a:ext cx="2286000" cy="438912"/>
          </a:xfrm>
          <a:prstGeom prst="diamond">
            <a:avLst/>
          </a:prstGeom>
          <a:solidFill>
            <a:srgbClr val="92400E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3657600" y="5376672"/>
            <a:ext cx="22860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= 'approve'?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3648456" y="5596128"/>
            <a:ext cx="0" cy="0"/>
          </a:xfrm>
          <a:prstGeom prst="line">
            <a:avLst/>
          </a:prstGeom>
          <a:noFill/>
          <a:ln w="19050">
            <a:solidFill>
              <a:srgbClr val="065F46"/>
            </a:solidFill>
            <a:prstDash val="solid"/>
            <a:tailEnd type="triangle"/>
          </a:ln>
        </p:spPr>
      </p:sp>
      <p:sp>
        <p:nvSpPr>
          <p:cNvPr id="72" name="Shape 70"/>
          <p:cNvSpPr/>
          <p:nvPr/>
        </p:nvSpPr>
        <p:spPr>
          <a:xfrm>
            <a:off x="457200" y="5376672"/>
            <a:ext cx="1828800" cy="438912"/>
          </a:xfrm>
          <a:prstGeom prst="rect">
            <a:avLst/>
          </a:prstGeom>
          <a:solidFill>
            <a:srgbClr val="065F46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457200" y="5376672"/>
            <a:ext cx="18288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status='approved'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scanned_at=now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APPROVE_ENTRY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2240280" y="544068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5943600" y="5596128"/>
            <a:ext cx="914400" cy="0"/>
          </a:xfrm>
          <a:prstGeom prst="line">
            <a:avLst/>
          </a:prstGeom>
          <a:noFill/>
          <a:ln w="19050">
            <a:solidFill>
              <a:srgbClr val="991B1B"/>
            </a:solidFill>
            <a:prstDash val="solid"/>
            <a:tailEnd type="triangle"/>
          </a:ln>
        </p:spPr>
      </p:sp>
      <p:sp>
        <p:nvSpPr>
          <p:cNvPr id="76" name="Shape 74"/>
          <p:cNvSpPr/>
          <p:nvPr/>
        </p:nvSpPr>
        <p:spPr>
          <a:xfrm>
            <a:off x="6858000" y="5376672"/>
            <a:ext cx="1828800" cy="438912"/>
          </a:xfrm>
          <a:prstGeom prst="rect">
            <a:avLst/>
          </a:prstGeom>
          <a:solidFill>
            <a:srgbClr val="991B1B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7" name="Text 75"/>
          <p:cNvSpPr/>
          <p:nvPr/>
        </p:nvSpPr>
        <p:spPr>
          <a:xfrm>
            <a:off x="6858000" y="5376672"/>
            <a:ext cx="18288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status='denied'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scanned_at=now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DENY_ENTRY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5961888" y="5440680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3657600" y="6291072"/>
            <a:ext cx="2286000" cy="384048"/>
          </a:xfrm>
          <a:prstGeom prst="rect">
            <a:avLst/>
          </a:prstGeom>
          <a:solidFill>
            <a:srgbClr val="0F2D5E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3657600" y="6291072"/>
            <a:ext cx="22860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→ /security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2286000" y="5815584"/>
            <a:ext cx="0" cy="45720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2" name="Shape 80"/>
          <p:cNvSpPr/>
          <p:nvPr/>
        </p:nvSpPr>
        <p:spPr>
          <a:xfrm>
            <a:off x="7772400" y="5815584"/>
            <a:ext cx="0" cy="45720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3" name="Shape 81"/>
          <p:cNvSpPr/>
          <p:nvPr/>
        </p:nvSpPr>
        <p:spPr>
          <a:xfrm>
            <a:off x="1417320" y="5056632"/>
            <a:ext cx="2240280" cy="0"/>
          </a:xfrm>
          <a:prstGeom prst="line">
            <a:avLst/>
          </a:prstGeom>
          <a:noFill/>
          <a:ln w="22860">
            <a:solidFill>
              <a:srgbClr val="9CA3AF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0F2D5E"/>
          </a:solidFill>
          <a:ln w="12700">
            <a:solidFill>
              <a:srgbClr val="0F2D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GuestPass Status State Machine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983480" y="640080"/>
            <a:ext cx="2194560" cy="512064"/>
          </a:xfrm>
          <a:prstGeom prst="ellipse">
            <a:avLst/>
          </a:prstGeom>
          <a:solidFill>
            <a:srgbClr val="0F2D5E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983480" y="640080"/>
            <a:ext cx="219456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Creates Pass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/member/create-pass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080760" y="1152144"/>
            <a:ext cx="0" cy="256032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983480" y="1408176"/>
            <a:ext cx="2194560" cy="512064"/>
          </a:xfrm>
          <a:prstGeom prst="rect">
            <a:avLst/>
          </a:prstGeom>
          <a:solidFill>
            <a:srgbClr val="1E40A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83480" y="1408176"/>
            <a:ext cx="219456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active · awaiting scan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983480" y="1664208"/>
            <a:ext cx="0" cy="0"/>
          </a:xfrm>
          <a:prstGeom prst="line">
            <a:avLst/>
          </a:prstGeom>
          <a:noFill/>
          <a:ln w="25400">
            <a:solidFill>
              <a:srgbClr val="92400E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94360" y="1408176"/>
            <a:ext cx="2194560" cy="512064"/>
          </a:xfrm>
          <a:prstGeom prst="rect">
            <a:avLst/>
          </a:prstGeom>
          <a:solidFill>
            <a:srgbClr val="92400E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1408176"/>
            <a:ext cx="219456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on view or scan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834640" y="14447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passes / member revokes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178040" y="1664208"/>
            <a:ext cx="18288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006840" y="1408176"/>
            <a:ext cx="2194560" cy="512064"/>
          </a:xfrm>
          <a:prstGeom prst="rect">
            <a:avLst/>
          </a:prstGeom>
          <a:solidFill>
            <a:srgbClr val="64748B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006840" y="1408176"/>
            <a:ext cx="219456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Scans QR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223760" y="144475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scanned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0104120" y="1920240"/>
            <a:ext cx="0" cy="256032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006840" y="2176272"/>
            <a:ext cx="2194560" cy="512064"/>
          </a:xfrm>
          <a:prstGeom prst="diamond">
            <a:avLst/>
          </a:prstGeom>
          <a:solidFill>
            <a:srgbClr val="92400E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006840" y="2176272"/>
            <a:ext cx="219456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 Checks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expired? used? denied?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104120" y="2688336"/>
            <a:ext cx="0" cy="256032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006840" y="2944368"/>
            <a:ext cx="2194560" cy="512064"/>
          </a:xfrm>
          <a:prstGeom prst="diamond">
            <a:avLst/>
          </a:prstGeom>
          <a:solidFill>
            <a:srgbClr val="64748B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006840" y="2944368"/>
            <a:ext cx="219456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Decision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104120" y="3456432"/>
            <a:ext cx="0" cy="365760"/>
          </a:xfrm>
          <a:prstGeom prst="line">
            <a:avLst/>
          </a:prstGeom>
          <a:noFill/>
          <a:ln w="25400">
            <a:solidFill>
              <a:srgbClr val="065F46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006840" y="3822192"/>
            <a:ext cx="2194560" cy="512064"/>
          </a:xfrm>
          <a:prstGeom prst="rect">
            <a:avLst/>
          </a:prstGeom>
          <a:solidFill>
            <a:srgbClr val="065F46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006840" y="3822192"/>
            <a:ext cx="219456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scanned_at + scanned_by set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47120" y="32918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9006840" y="3191256"/>
            <a:ext cx="0" cy="0"/>
          </a:xfrm>
          <a:prstGeom prst="line">
            <a:avLst/>
          </a:prstGeom>
          <a:noFill/>
          <a:ln w="25400">
            <a:solidFill>
              <a:srgbClr val="991B1B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440680" y="2944368"/>
            <a:ext cx="2194560" cy="512064"/>
          </a:xfrm>
          <a:prstGeom prst="rect">
            <a:avLst/>
          </a:prstGeom>
          <a:solidFill>
            <a:srgbClr val="991B1B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440680" y="2944368"/>
            <a:ext cx="219456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DENIED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scanned_at + scanned_by set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680960" y="299923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94360" y="2377440"/>
            <a:ext cx="2194560" cy="274320"/>
          </a:xfrm>
          <a:prstGeom prst="rect">
            <a:avLst/>
          </a:prstGeom>
          <a:solidFill>
            <a:srgbClr val="92400E">
              <a:alpha val="30000"/>
            </a:srgbClr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23774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State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006840" y="4480560"/>
            <a:ext cx="2194560" cy="274320"/>
          </a:xfrm>
          <a:prstGeom prst="rect">
            <a:avLst/>
          </a:prstGeom>
          <a:solidFill>
            <a:srgbClr val="065F46">
              <a:alpha val="30000"/>
            </a:srgbClr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06840" y="44805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State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40680" y="3639312"/>
            <a:ext cx="2194560" cy="274320"/>
          </a:xfrm>
          <a:prstGeom prst="rect">
            <a:avLst/>
          </a:prstGeom>
          <a:solidFill>
            <a:srgbClr val="991B1B">
              <a:alpha val="30000"/>
            </a:srgbClr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40680" y="363931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State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74320" y="4937760"/>
            <a:ext cx="5029200" cy="1645920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50292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Legend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11480" y="5394960"/>
            <a:ext cx="228600" cy="18288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539496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 — QR active, awaits scan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11480" y="5660136"/>
            <a:ext cx="228600" cy="18288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" y="5660136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  — time passed or revoked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11480" y="5925312"/>
            <a:ext cx="228600" cy="18288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1520" y="5925312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— entry granted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11480" y="6190488"/>
            <a:ext cx="228600" cy="18288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1520" y="6190488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DENIED   — entry refused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486400" y="4937760"/>
            <a:ext cx="6400800" cy="1645920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77840" y="50292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Rules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669280" y="5394960"/>
            <a:ext cx="6035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Approved / Denied / Expired are TERMINAL — cannot transition again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669280" y="5660136"/>
            <a:ext cx="6035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Expiry check runs on every view (GET /pass) and every scan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669280" y="5925312"/>
            <a:ext cx="6035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Re-scanning an approved pass returns result = 'already_used'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669280" y="6190488"/>
            <a:ext cx="6035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Member can revoke only their OWN pending passes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0F2D5E"/>
          </a:solidFill>
          <a:ln w="12700">
            <a:solidFill>
              <a:srgbClr val="0F2D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QR Code Generation &amp; JSON API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594360"/>
            <a:ext cx="2743200" cy="329184"/>
          </a:xfrm>
          <a:prstGeom prst="rect">
            <a:avLst/>
          </a:prstGeom>
          <a:solidFill>
            <a:srgbClr val="0F2D5E"/>
          </a:solidFill>
          <a:ln w="12700">
            <a:solidFill>
              <a:srgbClr val="0F2D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59436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Algorithm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2743200" cy="493776"/>
          </a:xfrm>
          <a:prstGeom prst="rect">
            <a:avLst/>
          </a:prstGeom>
          <a:solidFill>
            <a:srgbClr val="64748B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051560"/>
            <a:ext cx="274320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scan_url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host/security/scan/&lt;token&gt;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664208"/>
            <a:ext cx="2743200" cy="493776"/>
          </a:xfrm>
          <a:prstGeom prst="rect">
            <a:avLst/>
          </a:prstGeom>
          <a:solidFill>
            <a:srgbClr val="1E40A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664208"/>
            <a:ext cx="274320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QRCode object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error_correction = HIGH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737360" y="1545336"/>
            <a:ext cx="0" cy="118872"/>
          </a:xfrm>
          <a:prstGeom prst="line">
            <a:avLst/>
          </a:prstGeom>
          <a:noFill/>
          <a:ln w="2286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65760" y="2276856"/>
            <a:ext cx="2743200" cy="493776"/>
          </a:xfrm>
          <a:prstGeom prst="rect">
            <a:avLst/>
          </a:prstGeom>
          <a:solidFill>
            <a:srgbClr val="1E40A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2276856"/>
            <a:ext cx="274320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qr.add_data(scan_url)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737360" y="2157984"/>
            <a:ext cx="0" cy="118872"/>
          </a:xfrm>
          <a:prstGeom prst="line">
            <a:avLst/>
          </a:prstGeom>
          <a:noFill/>
          <a:ln w="2286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65760" y="2889504"/>
            <a:ext cx="2743200" cy="493776"/>
          </a:xfrm>
          <a:prstGeom prst="rect">
            <a:avLst/>
          </a:prstGeom>
          <a:solidFill>
            <a:srgbClr val="1E40A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5760" y="2889504"/>
            <a:ext cx="274320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qr.make(fit=True)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737360" y="2770632"/>
            <a:ext cx="0" cy="118872"/>
          </a:xfrm>
          <a:prstGeom prst="line">
            <a:avLst/>
          </a:prstGeom>
          <a:noFill/>
          <a:ln w="2286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65760" y="3502152"/>
            <a:ext cx="2743200" cy="493776"/>
          </a:xfrm>
          <a:prstGeom prst="rect">
            <a:avLst/>
          </a:prstGeom>
          <a:solidFill>
            <a:srgbClr val="4C1D95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" y="3502152"/>
            <a:ext cx="274320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make_image()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fill / white back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737360" y="3383280"/>
            <a:ext cx="0" cy="118872"/>
          </a:xfrm>
          <a:prstGeom prst="line">
            <a:avLst/>
          </a:prstGeom>
          <a:noFill/>
          <a:ln w="2286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65760" y="4114800"/>
            <a:ext cx="2743200" cy="493776"/>
          </a:xfrm>
          <a:prstGeom prst="rect">
            <a:avLst/>
          </a:prstGeom>
          <a:solidFill>
            <a:srgbClr val="4C1D95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5760" y="4114800"/>
            <a:ext cx="274320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to BytesIO (PNG)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737360" y="3995928"/>
            <a:ext cx="0" cy="118872"/>
          </a:xfrm>
          <a:prstGeom prst="line">
            <a:avLst/>
          </a:prstGeom>
          <a:noFill/>
          <a:ln w="2286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65760" y="4727448"/>
            <a:ext cx="2743200" cy="493776"/>
          </a:xfrm>
          <a:prstGeom prst="rect">
            <a:avLst/>
          </a:prstGeom>
          <a:solidFill>
            <a:srgbClr val="0D6E6E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4727448"/>
            <a:ext cx="274320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base64.b64encode()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737360" y="4608576"/>
            <a:ext cx="0" cy="118872"/>
          </a:xfrm>
          <a:prstGeom prst="line">
            <a:avLst/>
          </a:prstGeom>
          <a:noFill/>
          <a:ln w="2286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65760" y="5340096"/>
            <a:ext cx="2743200" cy="493776"/>
          </a:xfrm>
          <a:prstGeom prst="rect">
            <a:avLst/>
          </a:prstGeom>
          <a:solidFill>
            <a:srgbClr val="065F46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65760" y="5340096"/>
            <a:ext cx="274320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base64 string</a:t>
            </a:r>
            <a:endParaRPr lang="en-US" sz="10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in &lt;img&gt; tag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737360" y="5221224"/>
            <a:ext cx="0" cy="118872"/>
          </a:xfrm>
          <a:prstGeom prst="line">
            <a:avLst/>
          </a:prstGeom>
          <a:noFill/>
          <a:ln w="2286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206240" y="594360"/>
            <a:ext cx="7589520" cy="329184"/>
          </a:xfrm>
          <a:prstGeom prst="rect">
            <a:avLst/>
          </a:prstGeom>
          <a:solidFill>
            <a:srgbClr val="0F2D5E"/>
          </a:solidFill>
          <a:ln w="12700">
            <a:solidFill>
              <a:srgbClr val="0F2D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06240" y="594360"/>
            <a:ext cx="7589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API — GET /api/scan/&lt;token&gt;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355080" y="1051560"/>
            <a:ext cx="3291840" cy="475488"/>
          </a:xfrm>
          <a:prstGeom prst="rect">
            <a:avLst/>
          </a:prstGeom>
          <a:solidFill>
            <a:srgbClr val="64748B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355080" y="1051560"/>
            <a:ext cx="32918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token in DB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001000" y="1527048"/>
            <a:ext cx="0" cy="237744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355080" y="1764792"/>
            <a:ext cx="3291840" cy="475488"/>
          </a:xfrm>
          <a:prstGeom prst="diamond">
            <a:avLst/>
          </a:prstGeom>
          <a:solidFill>
            <a:srgbClr val="92400E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355080" y="1764792"/>
            <a:ext cx="32918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found?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646920" y="2002536"/>
            <a:ext cx="1005840" cy="0"/>
          </a:xfrm>
          <a:prstGeom prst="line">
            <a:avLst/>
          </a:prstGeom>
          <a:noFill/>
          <a:ln w="19050">
            <a:solidFill>
              <a:srgbClr val="991B1B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10652760" y="1764792"/>
            <a:ext cx="1371600" cy="475488"/>
          </a:xfrm>
          <a:prstGeom prst="rect">
            <a:avLst/>
          </a:prstGeom>
          <a:solidFill>
            <a:srgbClr val="991B1B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10652760" y="1764792"/>
            <a:ext cx="13716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status: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"invalid" }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692640" y="181965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943600" y="214884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8001000" y="2240280"/>
            <a:ext cx="0" cy="237744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6355080" y="2478024"/>
            <a:ext cx="3291840" cy="475488"/>
          </a:xfrm>
          <a:prstGeom prst="diamond">
            <a:avLst/>
          </a:prstGeom>
          <a:solidFill>
            <a:srgbClr val="92400E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355080" y="2478024"/>
            <a:ext cx="32918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valid_until &lt; now?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9646920" y="2715768"/>
            <a:ext cx="1005840" cy="0"/>
          </a:xfrm>
          <a:prstGeom prst="line">
            <a:avLst/>
          </a:prstGeom>
          <a:noFill/>
          <a:ln w="19050">
            <a:solidFill>
              <a:srgbClr val="991B1B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10652760" y="2478024"/>
            <a:ext cx="1371600" cy="475488"/>
          </a:xfrm>
          <a:prstGeom prst="rect">
            <a:avLst/>
          </a:prstGeom>
          <a:solidFill>
            <a:srgbClr val="991B1B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10652760" y="2478024"/>
            <a:ext cx="13716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status: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"expired" }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9692640" y="25328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943600" y="286207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8001000" y="2953512"/>
            <a:ext cx="0" cy="237744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6355080" y="3191256"/>
            <a:ext cx="3291840" cy="475488"/>
          </a:xfrm>
          <a:prstGeom prst="diamond">
            <a:avLst/>
          </a:prstGeom>
          <a:solidFill>
            <a:srgbClr val="92400E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355080" y="3191256"/>
            <a:ext cx="32918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!= 'pending'?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9646920" y="3429000"/>
            <a:ext cx="1005840" cy="0"/>
          </a:xfrm>
          <a:prstGeom prst="line">
            <a:avLst/>
          </a:prstGeom>
          <a:noFill/>
          <a:ln w="19050">
            <a:solidFill>
              <a:srgbClr val="92400E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10652760" y="3191256"/>
            <a:ext cx="1371600" cy="475488"/>
          </a:xfrm>
          <a:prstGeom prst="rect">
            <a:avLst/>
          </a:prstGeom>
          <a:solidFill>
            <a:srgbClr val="92400E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10652760" y="3191256"/>
            <a:ext cx="13716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status: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"current status" }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9692640" y="32461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943600" y="35753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8001000" y="3666744"/>
            <a:ext cx="0" cy="237744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6355080" y="3904488"/>
            <a:ext cx="3291840" cy="1005840"/>
          </a:xfrm>
          <a:prstGeom prst="rect">
            <a:avLst/>
          </a:prstGeom>
          <a:solidFill>
            <a:srgbClr val="065F46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6355080" y="3904488"/>
            <a:ext cx="32918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status: "valid",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guest_name,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guest_phone,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purpose,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member_name,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flat_number,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valid_until,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token }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0F2D5E"/>
          </a:solidFill>
          <a:ln w="12700">
            <a:solidFill>
              <a:srgbClr val="0F2D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Complete Route Map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" y="530352"/>
            <a:ext cx="12070080" cy="329184"/>
          </a:xfrm>
          <a:prstGeom prst="rect">
            <a:avLst/>
          </a:prstGeom>
          <a:solidFill>
            <a:srgbClr val="0F2D5E"/>
          </a:solidFill>
          <a:ln w="12700">
            <a:solidFill>
              <a:srgbClr val="0F2D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" y="530352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5303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0" y="530352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0" y="530352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0" y="5303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" y="877824"/>
            <a:ext cx="1207008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" y="932688"/>
            <a:ext cx="566928" cy="219456"/>
          </a:xfrm>
          <a:prstGeom prst="roundRect">
            <a:avLst>
              <a:gd name="adj" fmla="val 20833"/>
            </a:avLst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" y="932688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31520" y="877824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0480" y="877824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→ login or dashboard redirect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705088" y="932688"/>
            <a:ext cx="1188720" cy="219456"/>
          </a:xfrm>
          <a:prstGeom prst="roundRect">
            <a:avLst>
              <a:gd name="adj" fmla="val 25000"/>
            </a:avLst>
          </a:prstGeom>
          <a:solidFill>
            <a:srgbClr val="64748B">
              <a:alpha val="85000"/>
            </a:srgbClr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05088" y="93268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0058400" y="941832"/>
            <a:ext cx="1600200" cy="201168"/>
          </a:xfrm>
          <a:prstGeom prst="rect">
            <a:avLst/>
          </a:prstGeom>
          <a:solidFill>
            <a:srgbClr val="64748B">
              <a:alpha val="20000"/>
            </a:srgbClr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0" y="941832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" y="1225296"/>
            <a:ext cx="120700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" y="1280160"/>
            <a:ext cx="566928" cy="219456"/>
          </a:xfrm>
          <a:prstGeom prst="roundRect">
            <a:avLst>
              <a:gd name="adj" fmla="val 20833"/>
            </a:avLst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" y="1280160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31520" y="1225296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/login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40480" y="1225296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login page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705088" y="1280160"/>
            <a:ext cx="1188720" cy="219456"/>
          </a:xfrm>
          <a:prstGeom prst="roundRect">
            <a:avLst>
              <a:gd name="adj" fmla="val 25000"/>
            </a:avLst>
          </a:prstGeom>
          <a:solidFill>
            <a:srgbClr val="64748B">
              <a:alpha val="85000"/>
            </a:srgbClr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05088" y="1280160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0058400" y="1289304"/>
            <a:ext cx="1600200" cy="201168"/>
          </a:xfrm>
          <a:prstGeom prst="rect">
            <a:avLst/>
          </a:prstGeom>
          <a:solidFill>
            <a:srgbClr val="64748B">
              <a:alpha val="20000"/>
            </a:srgbClr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0" y="1289304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720" y="1572768"/>
            <a:ext cx="1207008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440" y="1627632"/>
            <a:ext cx="566928" cy="219456"/>
          </a:xfrm>
          <a:prstGeom prst="roundRect">
            <a:avLst>
              <a:gd name="adj" fmla="val 20833"/>
            </a:avLst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" y="1627632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31520" y="1572768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/login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840480" y="1572768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user, set session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705088" y="1627632"/>
            <a:ext cx="1188720" cy="219456"/>
          </a:xfrm>
          <a:prstGeom prst="roundRect">
            <a:avLst>
              <a:gd name="adj" fmla="val 25000"/>
            </a:avLst>
          </a:prstGeom>
          <a:solidFill>
            <a:srgbClr val="64748B">
              <a:alpha val="85000"/>
            </a:srgbClr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05088" y="1627632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10058400" y="1636776"/>
            <a:ext cx="1600200" cy="201168"/>
          </a:xfrm>
          <a:prstGeom prst="rect">
            <a:avLst/>
          </a:prstGeom>
          <a:solidFill>
            <a:srgbClr val="1E40AF">
              <a:alpha val="20000"/>
            </a:srgbClr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058400" y="1636776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5720" y="1920240"/>
            <a:ext cx="120700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1440" y="1975104"/>
            <a:ext cx="566928" cy="219456"/>
          </a:xfrm>
          <a:prstGeom prst="roundRect">
            <a:avLst>
              <a:gd name="adj" fmla="val 20833"/>
            </a:avLst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" y="1975104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31520" y="1920240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/logout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840480" y="1920240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session, log LOGOUT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705088" y="1975104"/>
            <a:ext cx="1188720" cy="219456"/>
          </a:xfrm>
          <a:prstGeom prst="roundRect">
            <a:avLst>
              <a:gd name="adj" fmla="val 25000"/>
            </a:avLst>
          </a:prstGeom>
          <a:solidFill>
            <a:srgbClr val="4C1D95">
              <a:alpha val="85000"/>
            </a:srgbClr>
          </a:solidFill>
          <a:ln w="6350">
            <a:solidFill>
              <a:srgbClr val="4C1D9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705088" y="1975104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10058400" y="1984248"/>
            <a:ext cx="1600200" cy="201168"/>
          </a:xfrm>
          <a:prstGeom prst="rect">
            <a:avLst/>
          </a:prstGeom>
          <a:solidFill>
            <a:srgbClr val="64748B">
              <a:alpha val="20000"/>
            </a:srgbClr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058400" y="1984248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5720" y="2267712"/>
            <a:ext cx="1207008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1440" y="2322576"/>
            <a:ext cx="566928" cy="219456"/>
          </a:xfrm>
          <a:prstGeom prst="roundRect">
            <a:avLst>
              <a:gd name="adj" fmla="val 20833"/>
            </a:avLst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1440" y="2322576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31520" y="2267712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/dashboard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840480" y="2267712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redirect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705088" y="2322576"/>
            <a:ext cx="1188720" cy="219456"/>
          </a:xfrm>
          <a:prstGeom prst="roundRect">
            <a:avLst>
              <a:gd name="adj" fmla="val 25000"/>
            </a:avLst>
          </a:prstGeom>
          <a:solidFill>
            <a:srgbClr val="4C1D95">
              <a:alpha val="85000"/>
            </a:srgbClr>
          </a:solidFill>
          <a:ln w="6350">
            <a:solidFill>
              <a:srgbClr val="4C1D9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705088" y="2322576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10058400" y="2331720"/>
            <a:ext cx="1600200" cy="201168"/>
          </a:xfrm>
          <a:prstGeom prst="rect">
            <a:avLst/>
          </a:prstGeom>
          <a:solidFill>
            <a:srgbClr val="0F2D5E">
              <a:alpha val="20000"/>
            </a:srgbClr>
          </a:solidFill>
          <a:ln w="6350">
            <a:solidFill>
              <a:srgbClr val="0F2D5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058400" y="2331720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5720" y="2615184"/>
            <a:ext cx="120700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1440" y="2670048"/>
            <a:ext cx="566928" cy="219456"/>
          </a:xfrm>
          <a:prstGeom prst="roundRect">
            <a:avLst>
              <a:gd name="adj" fmla="val 20833"/>
            </a:avLst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1440" y="2670048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731520" y="2615184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/admin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3840480" y="2615184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overview + stats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8705088" y="2670048"/>
            <a:ext cx="1188720" cy="219456"/>
          </a:xfrm>
          <a:prstGeom prst="roundRect">
            <a:avLst>
              <a:gd name="adj" fmla="val 25000"/>
            </a:avLst>
          </a:prstGeom>
          <a:solidFill>
            <a:srgbClr val="1E40AF">
              <a:alpha val="85000"/>
            </a:srgbClr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705088" y="267004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10058400" y="2679192"/>
            <a:ext cx="1600200" cy="201168"/>
          </a:xfrm>
          <a:prstGeom prst="rect">
            <a:avLst/>
          </a:prstGeom>
          <a:solidFill>
            <a:srgbClr val="1E40AF">
              <a:alpha val="20000"/>
            </a:srgbClr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058400" y="2679192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45720" y="2962656"/>
            <a:ext cx="1207008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1440" y="3017520"/>
            <a:ext cx="566928" cy="219456"/>
          </a:xfrm>
          <a:prstGeom prst="roundRect">
            <a:avLst>
              <a:gd name="adj" fmla="val 20833"/>
            </a:avLst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1440" y="3017520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731520" y="2962656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/admin/add-user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3840480" y="2962656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new user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8705088" y="3017520"/>
            <a:ext cx="1188720" cy="219456"/>
          </a:xfrm>
          <a:prstGeom prst="roundRect">
            <a:avLst>
              <a:gd name="adj" fmla="val 25000"/>
            </a:avLst>
          </a:prstGeom>
          <a:solidFill>
            <a:srgbClr val="1E40AF">
              <a:alpha val="85000"/>
            </a:srgbClr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705088" y="3017520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10058400" y="3026664"/>
            <a:ext cx="1600200" cy="201168"/>
          </a:xfrm>
          <a:prstGeom prst="rect">
            <a:avLst/>
          </a:prstGeom>
          <a:solidFill>
            <a:srgbClr val="1E40AF">
              <a:alpha val="20000"/>
            </a:srgbClr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0058400" y="3026664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45720" y="3310128"/>
            <a:ext cx="120700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1440" y="3364992"/>
            <a:ext cx="566928" cy="219456"/>
          </a:xfrm>
          <a:prstGeom prst="roundRect">
            <a:avLst>
              <a:gd name="adj" fmla="val 20833"/>
            </a:avLst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1440" y="3364992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731520" y="3310128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/admin/toggle-user/&lt;uid&gt;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3840480" y="3310128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/ deactivate user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8705088" y="3364992"/>
            <a:ext cx="1188720" cy="219456"/>
          </a:xfrm>
          <a:prstGeom prst="roundRect">
            <a:avLst>
              <a:gd name="adj" fmla="val 25000"/>
            </a:avLst>
          </a:prstGeom>
          <a:solidFill>
            <a:srgbClr val="1E40AF">
              <a:alpha val="85000"/>
            </a:srgbClr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705088" y="3364992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10058400" y="3374136"/>
            <a:ext cx="1600200" cy="201168"/>
          </a:xfrm>
          <a:prstGeom prst="rect">
            <a:avLst/>
          </a:prstGeom>
          <a:solidFill>
            <a:srgbClr val="1E40AF">
              <a:alpha val="20000"/>
            </a:srgbClr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0058400" y="3374136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45720" y="3657600"/>
            <a:ext cx="1207008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1440" y="3712464"/>
            <a:ext cx="566928" cy="219456"/>
          </a:xfrm>
          <a:prstGeom prst="roundRect">
            <a:avLst>
              <a:gd name="adj" fmla="val 20833"/>
            </a:avLst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91440" y="3712464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731520" y="3657600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/admin/all-passes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3840480" y="3657600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guest passes with filter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8705088" y="3712464"/>
            <a:ext cx="1188720" cy="219456"/>
          </a:xfrm>
          <a:prstGeom prst="roundRect">
            <a:avLst>
              <a:gd name="adj" fmla="val 25000"/>
            </a:avLst>
          </a:prstGeom>
          <a:solidFill>
            <a:srgbClr val="1E40AF">
              <a:alpha val="85000"/>
            </a:srgbClr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705088" y="3712464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10058400" y="3721608"/>
            <a:ext cx="1600200" cy="201168"/>
          </a:xfrm>
          <a:prstGeom prst="rect">
            <a:avLst/>
          </a:prstGeom>
          <a:solidFill>
            <a:srgbClr val="1E40AF">
              <a:alpha val="20000"/>
            </a:srgbClr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0058400" y="3721608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45720" y="4005072"/>
            <a:ext cx="120700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91440" y="4059936"/>
            <a:ext cx="566928" cy="219456"/>
          </a:xfrm>
          <a:prstGeom prst="roundRect">
            <a:avLst>
              <a:gd name="adj" fmla="val 20833"/>
            </a:avLst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1440" y="4059936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731520" y="4005072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/member</a:t>
            </a:r>
            <a:endParaRPr lang="en-US" sz="900" dirty="0"/>
          </a:p>
        </p:txBody>
      </p:sp>
      <p:sp>
        <p:nvSpPr>
          <p:cNvPr id="95" name="Text 93"/>
          <p:cNvSpPr/>
          <p:nvPr/>
        </p:nvSpPr>
        <p:spPr>
          <a:xfrm>
            <a:off x="3840480" y="4005072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dashboard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8705088" y="4059936"/>
            <a:ext cx="1188720" cy="219456"/>
          </a:xfrm>
          <a:prstGeom prst="roundRect">
            <a:avLst>
              <a:gd name="adj" fmla="val 25000"/>
            </a:avLst>
          </a:prstGeom>
          <a:solidFill>
            <a:srgbClr val="0D6E6E">
              <a:alpha val="85000"/>
            </a:srgbClr>
          </a:solidFill>
          <a:ln w="6350">
            <a:solidFill>
              <a:srgbClr val="0D6E6E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8705088" y="4059936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10058400" y="4069080"/>
            <a:ext cx="1600200" cy="201168"/>
          </a:xfrm>
          <a:prstGeom prst="rect">
            <a:avLst/>
          </a:prstGeom>
          <a:solidFill>
            <a:srgbClr val="0D6E6E">
              <a:alpha val="20000"/>
            </a:srgbClr>
          </a:solidFill>
          <a:ln w="6350">
            <a:solidFill>
              <a:srgbClr val="0D6E6E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0058400" y="4069080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45720" y="4352544"/>
            <a:ext cx="1207008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1440" y="4407408"/>
            <a:ext cx="566928" cy="219456"/>
          </a:xfrm>
          <a:prstGeom prst="roundRect">
            <a:avLst>
              <a:gd name="adj" fmla="val 20833"/>
            </a:avLst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91440" y="4407408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00" dirty="0"/>
          </a:p>
        </p:txBody>
      </p:sp>
      <p:sp>
        <p:nvSpPr>
          <p:cNvPr id="103" name="Text 101"/>
          <p:cNvSpPr/>
          <p:nvPr/>
        </p:nvSpPr>
        <p:spPr>
          <a:xfrm>
            <a:off x="731520" y="4352544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/member/create-pass</a:t>
            </a:r>
            <a:endParaRPr lang="en-US" sz="900" dirty="0"/>
          </a:p>
        </p:txBody>
      </p:sp>
      <p:sp>
        <p:nvSpPr>
          <p:cNvPr id="104" name="Text 102"/>
          <p:cNvSpPr/>
          <p:nvPr/>
        </p:nvSpPr>
        <p:spPr>
          <a:xfrm>
            <a:off x="3840480" y="4352544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guest pass + UUID token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8705088" y="4407408"/>
            <a:ext cx="1188720" cy="219456"/>
          </a:xfrm>
          <a:prstGeom prst="roundRect">
            <a:avLst>
              <a:gd name="adj" fmla="val 25000"/>
            </a:avLst>
          </a:prstGeom>
          <a:solidFill>
            <a:srgbClr val="0D6E6E">
              <a:alpha val="85000"/>
            </a:srgbClr>
          </a:solidFill>
          <a:ln w="6350">
            <a:solidFill>
              <a:srgbClr val="0D6E6E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8705088" y="440740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10058400" y="4416552"/>
            <a:ext cx="1600200" cy="201168"/>
          </a:xfrm>
          <a:prstGeom prst="rect">
            <a:avLst/>
          </a:prstGeom>
          <a:solidFill>
            <a:srgbClr val="0D6E6E">
              <a:alpha val="20000"/>
            </a:srgbClr>
          </a:solidFill>
          <a:ln w="6350">
            <a:solidFill>
              <a:srgbClr val="0D6E6E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10058400" y="4416552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800" dirty="0"/>
          </a:p>
        </p:txBody>
      </p:sp>
      <p:sp>
        <p:nvSpPr>
          <p:cNvPr id="109" name="Shape 107"/>
          <p:cNvSpPr/>
          <p:nvPr/>
        </p:nvSpPr>
        <p:spPr>
          <a:xfrm>
            <a:off x="45720" y="4700016"/>
            <a:ext cx="120700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91440" y="4754880"/>
            <a:ext cx="566928" cy="219456"/>
          </a:xfrm>
          <a:prstGeom prst="roundRect">
            <a:avLst>
              <a:gd name="adj" fmla="val 20833"/>
            </a:avLst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91440" y="4754880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00" dirty="0"/>
          </a:p>
        </p:txBody>
      </p:sp>
      <p:sp>
        <p:nvSpPr>
          <p:cNvPr id="112" name="Text 110"/>
          <p:cNvSpPr/>
          <p:nvPr/>
        </p:nvSpPr>
        <p:spPr>
          <a:xfrm>
            <a:off x="731520" y="4700016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/pass/&lt;token&gt;</a:t>
            </a:r>
            <a:endParaRPr lang="en-US" sz="900" dirty="0"/>
          </a:p>
        </p:txBody>
      </p:sp>
      <p:sp>
        <p:nvSpPr>
          <p:cNvPr id="113" name="Text 111"/>
          <p:cNvSpPr/>
          <p:nvPr/>
        </p:nvSpPr>
        <p:spPr>
          <a:xfrm>
            <a:off x="3840480" y="4700016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ticket + QR code</a:t>
            </a:r>
            <a:endParaRPr lang="en-US" sz="900" dirty="0"/>
          </a:p>
        </p:txBody>
      </p:sp>
      <p:sp>
        <p:nvSpPr>
          <p:cNvPr id="114" name="Shape 112"/>
          <p:cNvSpPr/>
          <p:nvPr/>
        </p:nvSpPr>
        <p:spPr>
          <a:xfrm>
            <a:off x="8705088" y="4754880"/>
            <a:ext cx="1188720" cy="219456"/>
          </a:xfrm>
          <a:prstGeom prst="roundRect">
            <a:avLst>
              <a:gd name="adj" fmla="val 25000"/>
            </a:avLst>
          </a:prstGeom>
          <a:solidFill>
            <a:srgbClr val="4C1D95">
              <a:alpha val="85000"/>
            </a:srgbClr>
          </a:solidFill>
          <a:ln w="6350">
            <a:solidFill>
              <a:srgbClr val="4C1D95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8705088" y="4754880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750" dirty="0"/>
          </a:p>
        </p:txBody>
      </p:sp>
      <p:sp>
        <p:nvSpPr>
          <p:cNvPr id="116" name="Shape 114"/>
          <p:cNvSpPr/>
          <p:nvPr/>
        </p:nvSpPr>
        <p:spPr>
          <a:xfrm>
            <a:off x="10058400" y="4764024"/>
            <a:ext cx="1600200" cy="201168"/>
          </a:xfrm>
          <a:prstGeom prst="rect">
            <a:avLst/>
          </a:prstGeom>
          <a:solidFill>
            <a:srgbClr val="4C1D95">
              <a:alpha val="20000"/>
            </a:srgbClr>
          </a:solidFill>
          <a:ln w="6350">
            <a:solidFill>
              <a:srgbClr val="4C1D95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10058400" y="4764024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800" dirty="0"/>
          </a:p>
        </p:txBody>
      </p:sp>
      <p:sp>
        <p:nvSpPr>
          <p:cNvPr id="118" name="Shape 116"/>
          <p:cNvSpPr/>
          <p:nvPr/>
        </p:nvSpPr>
        <p:spPr>
          <a:xfrm>
            <a:off x="45720" y="5047488"/>
            <a:ext cx="1207008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91440" y="5102352"/>
            <a:ext cx="566928" cy="219456"/>
          </a:xfrm>
          <a:prstGeom prst="roundRect">
            <a:avLst>
              <a:gd name="adj" fmla="val 20833"/>
            </a:avLst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91440" y="5102352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00" dirty="0"/>
          </a:p>
        </p:txBody>
      </p:sp>
      <p:sp>
        <p:nvSpPr>
          <p:cNvPr id="121" name="Text 119"/>
          <p:cNvSpPr/>
          <p:nvPr/>
        </p:nvSpPr>
        <p:spPr>
          <a:xfrm>
            <a:off x="731520" y="5047488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/member/revoke-pass/&lt;id&gt;</a:t>
            </a:r>
            <a:endParaRPr lang="en-US" sz="900" dirty="0"/>
          </a:p>
        </p:txBody>
      </p:sp>
      <p:sp>
        <p:nvSpPr>
          <p:cNvPr id="122" name="Text 120"/>
          <p:cNvSpPr/>
          <p:nvPr/>
        </p:nvSpPr>
        <p:spPr>
          <a:xfrm>
            <a:off x="3840480" y="5047488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 own pending pass</a:t>
            </a:r>
            <a:endParaRPr lang="en-US" sz="900" dirty="0"/>
          </a:p>
        </p:txBody>
      </p:sp>
      <p:sp>
        <p:nvSpPr>
          <p:cNvPr id="123" name="Shape 121"/>
          <p:cNvSpPr/>
          <p:nvPr/>
        </p:nvSpPr>
        <p:spPr>
          <a:xfrm>
            <a:off x="8705088" y="5102352"/>
            <a:ext cx="1188720" cy="219456"/>
          </a:xfrm>
          <a:prstGeom prst="roundRect">
            <a:avLst>
              <a:gd name="adj" fmla="val 25000"/>
            </a:avLst>
          </a:prstGeom>
          <a:solidFill>
            <a:srgbClr val="0D6E6E">
              <a:alpha val="85000"/>
            </a:srgbClr>
          </a:solidFill>
          <a:ln w="6350">
            <a:solidFill>
              <a:srgbClr val="0D6E6E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8705088" y="5102352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750" dirty="0"/>
          </a:p>
        </p:txBody>
      </p:sp>
      <p:sp>
        <p:nvSpPr>
          <p:cNvPr id="125" name="Shape 123"/>
          <p:cNvSpPr/>
          <p:nvPr/>
        </p:nvSpPr>
        <p:spPr>
          <a:xfrm>
            <a:off x="10058400" y="5111496"/>
            <a:ext cx="1600200" cy="201168"/>
          </a:xfrm>
          <a:prstGeom prst="rect">
            <a:avLst/>
          </a:prstGeom>
          <a:solidFill>
            <a:srgbClr val="0D6E6E">
              <a:alpha val="20000"/>
            </a:srgbClr>
          </a:solidFill>
          <a:ln w="6350">
            <a:solidFill>
              <a:srgbClr val="0D6E6E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10058400" y="5111496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800" dirty="0"/>
          </a:p>
        </p:txBody>
      </p:sp>
      <p:sp>
        <p:nvSpPr>
          <p:cNvPr id="127" name="Shape 125"/>
          <p:cNvSpPr/>
          <p:nvPr/>
        </p:nvSpPr>
        <p:spPr>
          <a:xfrm>
            <a:off x="45720" y="5394960"/>
            <a:ext cx="120700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91440" y="5449824"/>
            <a:ext cx="566928" cy="219456"/>
          </a:xfrm>
          <a:prstGeom prst="roundRect">
            <a:avLst>
              <a:gd name="adj" fmla="val 20833"/>
            </a:avLst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91440" y="5449824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00" dirty="0"/>
          </a:p>
        </p:txBody>
      </p:sp>
      <p:sp>
        <p:nvSpPr>
          <p:cNvPr id="130" name="Text 128"/>
          <p:cNvSpPr/>
          <p:nvPr/>
        </p:nvSpPr>
        <p:spPr>
          <a:xfrm>
            <a:off x="731520" y="5394960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/security</a:t>
            </a:r>
            <a:endParaRPr lang="en-US" sz="900" dirty="0"/>
          </a:p>
        </p:txBody>
      </p:sp>
      <p:sp>
        <p:nvSpPr>
          <p:cNvPr id="131" name="Text 129"/>
          <p:cNvSpPr/>
          <p:nvPr/>
        </p:nvSpPr>
        <p:spPr>
          <a:xfrm>
            <a:off x="3840480" y="5394960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station dashboard</a:t>
            </a:r>
            <a:endParaRPr lang="en-US" sz="900" dirty="0"/>
          </a:p>
        </p:txBody>
      </p:sp>
      <p:sp>
        <p:nvSpPr>
          <p:cNvPr id="132" name="Shape 130"/>
          <p:cNvSpPr/>
          <p:nvPr/>
        </p:nvSpPr>
        <p:spPr>
          <a:xfrm>
            <a:off x="8705088" y="5449824"/>
            <a:ext cx="1188720" cy="219456"/>
          </a:xfrm>
          <a:prstGeom prst="roundRect">
            <a:avLst>
              <a:gd name="adj" fmla="val 25000"/>
            </a:avLst>
          </a:prstGeom>
          <a:solidFill>
            <a:srgbClr val="991B1B">
              <a:alpha val="85000"/>
            </a:srgbClr>
          </a:solidFill>
          <a:ln w="6350">
            <a:solidFill>
              <a:srgbClr val="991B1B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8705088" y="5449824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750" dirty="0"/>
          </a:p>
        </p:txBody>
      </p:sp>
      <p:sp>
        <p:nvSpPr>
          <p:cNvPr id="134" name="Shape 132"/>
          <p:cNvSpPr/>
          <p:nvPr/>
        </p:nvSpPr>
        <p:spPr>
          <a:xfrm>
            <a:off x="10058400" y="5458968"/>
            <a:ext cx="1600200" cy="201168"/>
          </a:xfrm>
          <a:prstGeom prst="rect">
            <a:avLst/>
          </a:prstGeom>
          <a:solidFill>
            <a:srgbClr val="991B1B">
              <a:alpha val="20000"/>
            </a:srgbClr>
          </a:solidFill>
          <a:ln w="6350">
            <a:solidFill>
              <a:srgbClr val="991B1B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10058400" y="5458968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800" dirty="0"/>
          </a:p>
        </p:txBody>
      </p:sp>
      <p:sp>
        <p:nvSpPr>
          <p:cNvPr id="136" name="Shape 134"/>
          <p:cNvSpPr/>
          <p:nvPr/>
        </p:nvSpPr>
        <p:spPr>
          <a:xfrm>
            <a:off x="45720" y="5742432"/>
            <a:ext cx="1207008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91440" y="5797296"/>
            <a:ext cx="566928" cy="219456"/>
          </a:xfrm>
          <a:prstGeom prst="roundRect">
            <a:avLst>
              <a:gd name="adj" fmla="val 20833"/>
            </a:avLst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91440" y="5797296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00" dirty="0"/>
          </a:p>
        </p:txBody>
      </p:sp>
      <p:sp>
        <p:nvSpPr>
          <p:cNvPr id="139" name="Text 137"/>
          <p:cNvSpPr/>
          <p:nvPr/>
        </p:nvSpPr>
        <p:spPr>
          <a:xfrm>
            <a:off x="731520" y="5742432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/security/scan/&lt;token&gt;</a:t>
            </a:r>
            <a:endParaRPr lang="en-US" sz="900" dirty="0"/>
          </a:p>
        </p:txBody>
      </p:sp>
      <p:sp>
        <p:nvSpPr>
          <p:cNvPr id="140" name="Text 138"/>
          <p:cNvSpPr/>
          <p:nvPr/>
        </p:nvSpPr>
        <p:spPr>
          <a:xfrm>
            <a:off x="3840480" y="5742432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scanned QR</a:t>
            </a:r>
            <a:endParaRPr lang="en-US" sz="900" dirty="0"/>
          </a:p>
        </p:txBody>
      </p:sp>
      <p:sp>
        <p:nvSpPr>
          <p:cNvPr id="141" name="Shape 139"/>
          <p:cNvSpPr/>
          <p:nvPr/>
        </p:nvSpPr>
        <p:spPr>
          <a:xfrm>
            <a:off x="8705088" y="5797296"/>
            <a:ext cx="1188720" cy="219456"/>
          </a:xfrm>
          <a:prstGeom prst="roundRect">
            <a:avLst>
              <a:gd name="adj" fmla="val 25000"/>
            </a:avLst>
          </a:prstGeom>
          <a:solidFill>
            <a:srgbClr val="991B1B">
              <a:alpha val="85000"/>
            </a:srgbClr>
          </a:solidFill>
          <a:ln w="6350">
            <a:solidFill>
              <a:srgbClr val="991B1B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8705088" y="5797296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750" dirty="0"/>
          </a:p>
        </p:txBody>
      </p:sp>
      <p:sp>
        <p:nvSpPr>
          <p:cNvPr id="143" name="Shape 141"/>
          <p:cNvSpPr/>
          <p:nvPr/>
        </p:nvSpPr>
        <p:spPr>
          <a:xfrm>
            <a:off x="10058400" y="5806440"/>
            <a:ext cx="1600200" cy="201168"/>
          </a:xfrm>
          <a:prstGeom prst="rect">
            <a:avLst/>
          </a:prstGeom>
          <a:solidFill>
            <a:srgbClr val="991B1B">
              <a:alpha val="20000"/>
            </a:srgbClr>
          </a:solidFill>
          <a:ln w="6350">
            <a:solidFill>
              <a:srgbClr val="991B1B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10058400" y="5806440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800" dirty="0"/>
          </a:p>
        </p:txBody>
      </p:sp>
      <p:sp>
        <p:nvSpPr>
          <p:cNvPr id="145" name="Shape 143"/>
          <p:cNvSpPr/>
          <p:nvPr/>
        </p:nvSpPr>
        <p:spPr>
          <a:xfrm>
            <a:off x="45720" y="6089904"/>
            <a:ext cx="120700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91440" y="6144768"/>
            <a:ext cx="566928" cy="219456"/>
          </a:xfrm>
          <a:prstGeom prst="roundRect">
            <a:avLst>
              <a:gd name="adj" fmla="val 20833"/>
            </a:avLst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91440" y="6144768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00" dirty="0"/>
          </a:p>
        </p:txBody>
      </p:sp>
      <p:sp>
        <p:nvSpPr>
          <p:cNvPr id="148" name="Text 146"/>
          <p:cNvSpPr/>
          <p:nvPr/>
        </p:nvSpPr>
        <p:spPr>
          <a:xfrm>
            <a:off x="731520" y="6089904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/security/action/&lt;token&gt;/&lt;act&gt;</a:t>
            </a:r>
            <a:endParaRPr lang="en-US" sz="900" dirty="0"/>
          </a:p>
        </p:txBody>
      </p:sp>
      <p:sp>
        <p:nvSpPr>
          <p:cNvPr id="149" name="Text 147"/>
          <p:cNvSpPr/>
          <p:nvPr/>
        </p:nvSpPr>
        <p:spPr>
          <a:xfrm>
            <a:off x="3840480" y="6089904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or deny entry</a:t>
            </a:r>
            <a:endParaRPr lang="en-US" sz="900" dirty="0"/>
          </a:p>
        </p:txBody>
      </p:sp>
      <p:sp>
        <p:nvSpPr>
          <p:cNvPr id="150" name="Shape 148"/>
          <p:cNvSpPr/>
          <p:nvPr/>
        </p:nvSpPr>
        <p:spPr>
          <a:xfrm>
            <a:off x="8705088" y="6144768"/>
            <a:ext cx="1188720" cy="219456"/>
          </a:xfrm>
          <a:prstGeom prst="roundRect">
            <a:avLst>
              <a:gd name="adj" fmla="val 25000"/>
            </a:avLst>
          </a:prstGeom>
          <a:solidFill>
            <a:srgbClr val="991B1B">
              <a:alpha val="85000"/>
            </a:srgbClr>
          </a:solidFill>
          <a:ln w="6350">
            <a:solidFill>
              <a:srgbClr val="991B1B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8705088" y="614476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750" dirty="0"/>
          </a:p>
        </p:txBody>
      </p:sp>
      <p:sp>
        <p:nvSpPr>
          <p:cNvPr id="152" name="Shape 150"/>
          <p:cNvSpPr/>
          <p:nvPr/>
        </p:nvSpPr>
        <p:spPr>
          <a:xfrm>
            <a:off x="10058400" y="6153912"/>
            <a:ext cx="1600200" cy="201168"/>
          </a:xfrm>
          <a:prstGeom prst="rect">
            <a:avLst/>
          </a:prstGeom>
          <a:solidFill>
            <a:srgbClr val="991B1B">
              <a:alpha val="20000"/>
            </a:srgbClr>
          </a:solidFill>
          <a:ln w="6350">
            <a:solidFill>
              <a:srgbClr val="991B1B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10058400" y="6153912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800" dirty="0"/>
          </a:p>
        </p:txBody>
      </p:sp>
      <p:sp>
        <p:nvSpPr>
          <p:cNvPr id="154" name="Shape 152"/>
          <p:cNvSpPr/>
          <p:nvPr/>
        </p:nvSpPr>
        <p:spPr>
          <a:xfrm>
            <a:off x="45720" y="6437376"/>
            <a:ext cx="1207008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91440" y="6492240"/>
            <a:ext cx="566928" cy="219456"/>
          </a:xfrm>
          <a:prstGeom prst="roundRect">
            <a:avLst>
              <a:gd name="adj" fmla="val 20833"/>
            </a:avLst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91440" y="6492240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00" dirty="0"/>
          </a:p>
        </p:txBody>
      </p:sp>
      <p:sp>
        <p:nvSpPr>
          <p:cNvPr id="157" name="Text 155"/>
          <p:cNvSpPr/>
          <p:nvPr/>
        </p:nvSpPr>
        <p:spPr>
          <a:xfrm>
            <a:off x="731520" y="6437376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/api/scan/&lt;token&gt;</a:t>
            </a:r>
            <a:endParaRPr lang="en-US" sz="900" dirty="0"/>
          </a:p>
        </p:txBody>
      </p:sp>
      <p:sp>
        <p:nvSpPr>
          <p:cNvPr id="158" name="Text 156"/>
          <p:cNvSpPr/>
          <p:nvPr/>
        </p:nvSpPr>
        <p:spPr>
          <a:xfrm>
            <a:off x="3840480" y="6437376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validation API</a:t>
            </a:r>
            <a:endParaRPr lang="en-US" sz="900" dirty="0"/>
          </a:p>
        </p:txBody>
      </p:sp>
      <p:sp>
        <p:nvSpPr>
          <p:cNvPr id="159" name="Shape 157"/>
          <p:cNvSpPr/>
          <p:nvPr/>
        </p:nvSpPr>
        <p:spPr>
          <a:xfrm>
            <a:off x="8705088" y="6492240"/>
            <a:ext cx="1188720" cy="219456"/>
          </a:xfrm>
          <a:prstGeom prst="roundRect">
            <a:avLst>
              <a:gd name="adj" fmla="val 25000"/>
            </a:avLst>
          </a:prstGeom>
          <a:solidFill>
            <a:srgbClr val="4C1D95">
              <a:alpha val="85000"/>
            </a:srgbClr>
          </a:solidFill>
          <a:ln w="6350">
            <a:solidFill>
              <a:srgbClr val="4C1D95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8705088" y="6492240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750" dirty="0"/>
          </a:p>
        </p:txBody>
      </p:sp>
      <p:sp>
        <p:nvSpPr>
          <p:cNvPr id="161" name="Shape 159"/>
          <p:cNvSpPr/>
          <p:nvPr/>
        </p:nvSpPr>
        <p:spPr>
          <a:xfrm>
            <a:off x="10058400" y="6501384"/>
            <a:ext cx="1600200" cy="201168"/>
          </a:xfrm>
          <a:prstGeom prst="rect">
            <a:avLst/>
          </a:prstGeom>
          <a:solidFill>
            <a:srgbClr val="065F46">
              <a:alpha val="20000"/>
            </a:srgbClr>
          </a:solidFill>
          <a:ln w="6350">
            <a:solidFill>
              <a:srgbClr val="065F46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10058400" y="6501384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991</Words>
  <Application>Microsoft Office PowerPoint</Application>
  <PresentationFormat>Widescreen</PresentationFormat>
  <Paragraphs>316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Yash Shah</cp:lastModifiedBy>
  <cp:revision>2</cp:revision>
  <dcterms:created xsi:type="dcterms:W3CDTF">2026-04-01T03:03:51Z</dcterms:created>
  <dcterms:modified xsi:type="dcterms:W3CDTF">2026-04-01T03:10:19Z</dcterms:modified>
</cp:coreProperties>
</file>